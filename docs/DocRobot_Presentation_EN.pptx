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Your Corporate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 document processing with local AI</a:t>
            </a:r>
          </a:p>
          <a:p>
            <a:pPr>
              <a:defRPr sz="1700"/>
            </a:pPr>
            <a:r>
              <a:t>Fast answers extracted from your company data</a:t>
            </a:r>
          </a:p>
          <a:p>
            <a:pPr>
              <a:defRPr sz="1700"/>
            </a:pPr>
            <a:r>
              <a:t>Full control over information with zero data leaks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Universal Data Analysis (Inc.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MS Office Support (Word, Excel, PowerPoint)</a:t>
            </a:r>
          </a:p>
          <a:p>
            <a:pPr>
              <a:defRPr sz="1700"/>
            </a:pPr>
            <a:r>
              <a:t>LibreOffice formats (ODT, ODS) and PDF</a:t>
            </a:r>
          </a:p>
          <a:p>
            <a:pPr>
              <a:defRPr sz="1700"/>
            </a:pPr>
            <a:r>
              <a:t>Advanced OCR: Image analysis (PNG, JPG, SVG)</a:t>
            </a:r>
          </a:p>
          <a:p>
            <a:pPr>
              <a:defRPr sz="1700"/>
            </a:pPr>
            <a:r>
              <a:t>Processing of scanned contracts and handwritten notes</a:t>
            </a:r>
          </a:p>
          <a:p>
            <a:pPr>
              <a:defRPr sz="1700"/>
            </a:pPr>
            <a:r>
              <a:t>Intelligent data extraction from tables and unstructured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Comparison: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Public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on 3rd party servers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stays with you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 of contract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Pay per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Fixed, no usage fees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No Hallucinations: Verifiable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doesn't invent – every claim must be cited</a:t>
            </a:r>
          </a:p>
          <a:p>
            <a:pPr>
              <a:defRPr sz="1700"/>
            </a:pPr>
            <a:r>
              <a:t>Direct citations from your actual manuals and files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Example: 'According to Safety Policy, page 14, ...'</a:t>
            </a:r>
          </a:p>
          <a:p>
            <a:pPr>
              <a:defRPr sz="1700"/>
            </a:pPr>
            <a:r>
              <a:t>Crucial for legal, HR, and technical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Technical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Runs locally on your infrastructure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Supports 15+ languages (Ask in EN about CZ files)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Security and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stays behind your firewall</a:t>
            </a:r>
          </a:p>
          <a:p>
            <a:pPr>
              <a:defRPr sz="1700"/>
            </a:pPr>
            <a:r>
              <a:t>No sensitive contracts sent to public clouds</a:t>
            </a:r>
          </a:p>
          <a:p>
            <a:pPr>
              <a:defRPr sz="1700"/>
            </a:pPr>
            <a:r>
              <a:t>Verifiable answers with direct source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Pricing and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One-time setup: 1,600 – 3,200 EUR</a:t>
            </a:r>
          </a:p>
          <a:p>
            <a:pPr>
              <a:defRPr sz="1700"/>
            </a:pPr>
            <a:r>
              <a:t>Monthly support &amp; updates: 60 – 300 EUR</a:t>
            </a:r>
          </a:p>
          <a:p>
            <a:pPr>
              <a:defRPr sz="1700"/>
            </a:pPr>
            <a:r>
              <a:t>ROI (Return on Investment) within 6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Turnkey Solution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Full delivery including optimized AI workstation</a:t>
            </a:r>
          </a:p>
          <a:p>
            <a:pPr>
              <a:defRPr sz="1700"/>
            </a:pPr>
            <a:r>
              <a:t>Fully pre-installed and configured system (Plug &amp; Play)</a:t>
            </a:r>
          </a:p>
          <a:p>
            <a:pPr>
              <a:defRPr sz="1700"/>
            </a:pPr>
            <a:r>
              <a:t>Maximum Security: Offline operation (Air-Gapped) supported</a:t>
            </a:r>
          </a:p>
          <a:p>
            <a:pPr>
              <a:defRPr sz="1700"/>
            </a:pPr>
            <a:r>
              <a:t>Guaranteed software compatibility with supplied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Hardware Specifications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For thousands of pages</a:t>
            </a:r>
          </a:p>
          <a:p>
            <a:pPr>
              <a:defRPr sz="1700"/>
            </a:pPr>
            <a:r>
              <a:t>Enterprise (RTX 4090 24GB, 64GB+ RAM): For large corporate archives</a:t>
            </a:r>
          </a:p>
          <a:p>
            <a:pPr>
              <a:defRPr sz="1700"/>
            </a:pPr>
            <a:r>
              <a:t>SSD: 1TB - 4TB NVMe for quick database retrieval</a:t>
            </a:r>
          </a:p>
          <a:p>
            <a:pPr>
              <a:defRPr sz="1700"/>
            </a:pPr>
            <a:r>
              <a:t>OS: Ubuntu 22.04 LTS (Hardened &amp; Optimized distribution)</a:t>
            </a:r>
          </a:p>
          <a:p>
            <a:pPr>
              <a:defRPr sz="1700"/>
            </a:pPr>
            <a:r>
              <a:t>NVIDIA CUDA: Full optimization for local LLM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Get in Touch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Ltd.</a:t>
            </a:r>
          </a:p>
          <a:p>
            <a:pPr>
              <a:defRPr sz="1700"/>
            </a:pPr>
            <a:r>
              <a:t>Website: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Book your initial consultation today!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