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/>
            </a:pPr>
            <a:r>
              <a:t>DocRobot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RAG AI GPT</a:t>
            </a:r>
          </a:p>
        </p:txBody>
      </p:sp>
      <p:pic>
        <p:nvPicPr>
          <p:cNvPr id="4" name="Picture 3" descr="DocRobo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DocRobot: Your Corporate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Modern document processing with local AI</a:t>
            </a:r>
          </a:p>
          <a:p>
            <a:pPr>
              <a:defRPr sz="1700"/>
            </a:pPr>
            <a:r>
              <a:t>Fast answers extracted from your company data</a:t>
            </a:r>
          </a:p>
          <a:p>
            <a:pPr>
              <a:defRPr sz="1700"/>
            </a:pPr>
            <a:r>
              <a:t>Full control over information with zero data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Universal Data Analysis (Inc. OCR)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MS Office Support (Word, Excel, PowerPoint)</a:t>
            </a:r>
          </a:p>
          <a:p>
            <a:pPr>
              <a:defRPr sz="1700"/>
            </a:pPr>
            <a:r>
              <a:t>LibreOffice formats (ODT, ODS) and PDF</a:t>
            </a:r>
          </a:p>
          <a:p>
            <a:pPr>
              <a:defRPr sz="1700"/>
            </a:pPr>
            <a:r>
              <a:t>Advanced OCR: Image analysis (PNG, JPG, SVG)</a:t>
            </a:r>
          </a:p>
          <a:p>
            <a:pPr>
              <a:defRPr sz="1700"/>
            </a:pPr>
            <a:r>
              <a:t>Processing of scanned contracts and handwritten notes</a:t>
            </a:r>
          </a:p>
          <a:p>
            <a:pPr>
              <a:defRPr sz="1700"/>
            </a:pPr>
            <a:r>
              <a:t>Intelligent data extraction from tables and unstructured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Comparison: Local AI vs.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Public AI (Cloud)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DocRobot (Local)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on 3rd party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stays with you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 of contract leaks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Air-gapped / On-Premise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 per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Fixed, no usage fees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Ready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No Hallucinations: Verifiable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DocRobot doesn't invent – every claim must be cited</a:t>
            </a:r>
          </a:p>
          <a:p>
            <a:pPr>
              <a:defRPr sz="1700"/>
            </a:pPr>
            <a:r>
              <a:t>Direct citations from your actual manuals and files</a:t>
            </a:r>
          </a:p>
          <a:p>
            <a:pPr>
              <a:defRPr sz="1700" i="1">
                <a:solidFill>
                  <a:srgbClr val="3498DB"/>
                </a:solidFill>
              </a:defRPr>
            </a:pPr>
            <a:r>
              <a:t>Example: 'According to Safety Policy, page 14, ...'</a:t>
            </a:r>
          </a:p>
          <a:p>
            <a:pPr>
              <a:defRPr sz="1700"/>
            </a:pPr>
            <a:r>
              <a:t>Crucial for legal, HR, and technical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Runs locally on your infrastructure (On-Premise)</a:t>
            </a:r>
          </a:p>
          <a:p>
            <a:pPr>
              <a:defRPr sz="1700"/>
            </a:pPr>
            <a:r>
              <a:t>Model: DocRobot Engine (Enterprise Edition)</a:t>
            </a:r>
          </a:p>
          <a:p>
            <a:pPr>
              <a:defRPr sz="1700"/>
            </a:pPr>
            <a:r>
              <a:t>Supports 15+ languages (Ask in EN about CZ files)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Security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100% GDPR Friendly – data stays behind your firewall</a:t>
            </a:r>
          </a:p>
          <a:p>
            <a:pPr>
              <a:defRPr sz="1700"/>
            </a:pPr>
            <a:r>
              <a:t>No sensitive contracts sent to public clouds</a:t>
            </a:r>
          </a:p>
          <a:p>
            <a:pPr>
              <a:defRPr sz="1700"/>
            </a:pPr>
            <a:r>
              <a:t>Verifiable answers with direct source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Pricing and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One-time setup: 1,600 – 3,200 EUR</a:t>
            </a:r>
          </a:p>
          <a:p>
            <a:pPr>
              <a:defRPr sz="1700"/>
            </a:pPr>
            <a:r>
              <a:t>Monthly support &amp; updates: 60 – 300 EUR</a:t>
            </a:r>
          </a:p>
          <a:p>
            <a:pPr>
              <a:defRPr sz="1700"/>
            </a:pPr>
            <a:r>
              <a:t>ROI (Return on Investment) within 3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Get in Touch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Fictional Systems Ltd.</a:t>
            </a:r>
          </a:p>
          <a:p>
            <a:pPr>
              <a:defRPr sz="1700"/>
            </a:pPr>
            <a:r>
              <a:t>Website: https://hrivnak.github.io/fictionalsystems/</a:t>
            </a:r>
          </a:p>
          <a:p>
            <a:pPr>
              <a:defRPr sz="1700"/>
            </a:pPr>
            <a:r>
              <a:t>Email: fictionalsystems.info@gmail.com</a:t>
            </a:r>
          </a:p>
          <a:p>
            <a:pPr>
              <a:defRPr sz="1700"/>
            </a:pPr>
            <a:r>
              <a:t>Book your initial consultation today!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