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 (Fictional Systems)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Cenový model a Návratnost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Instalace a nastavení: 40 000 – 80 000 Kč</a:t>
            </a:r>
          </a:p>
          <a:p>
            <a:pPr>
              <a:defRPr sz="1700"/>
            </a:pPr>
            <a:r>
              <a:t>Měsíční technická podpora: 4 000 – 10 000 Kč</a:t>
            </a:r>
          </a:p>
          <a:p>
            <a:pPr>
              <a:defRPr sz="1700"/>
            </a:pPr>
            <a:r>
              <a:t>ROI (Návratnost investice) obvykle do 3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