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5400"/>
            </a:pPr>
            <a:r>
              <a:t>DocRobot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/>
            </a:pPr>
            <a:r>
              <a:t>RAG AI GPT</a:t>
            </a:r>
          </a:p>
        </p:txBody>
      </p:sp>
      <p:pic>
        <p:nvPicPr>
          <p:cNvPr id="4" name="Picture 3" descr="DocRobot_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03120"/>
            <a:ext cx="8229600" cy="448887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DocRobot: Vaše firemní inteligence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700"/>
            </a:pPr>
            <a:r>
              <a:t>Moderní práce s dokumenty pomocí lokální AI</a:t>
            </a:r>
          </a:p>
          <a:p>
            <a:pPr>
              <a:defRPr sz="1700"/>
            </a:pPr>
            <a:r>
              <a:t>Rychlé odpovědi vytažené přímo z vašich dat</a:t>
            </a:r>
          </a:p>
          <a:p>
            <a:pPr>
              <a:defRPr sz="1700"/>
            </a:pPr>
            <a:r>
              <a:t>Plná kontrola nad informacemi bez úniku ven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446520"/>
            <a:ext cx="8229600" cy="18288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/>
            </a:pPr>
            <a:r>
              <a:t>Fictional Systems – AI Divize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/>
            </a:pPr>
            <a:r>
              <a:t>DocRobot AI Solution | Confidential | © 2026 | CZ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Univerzální analýza dat (včetně OCR)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700"/>
            </a:pPr>
            <a:r>
              <a:t>Podpora MS Office (Word, Excel, PowerPoint)</a:t>
            </a:r>
          </a:p>
          <a:p>
            <a:pPr>
              <a:defRPr sz="1700"/>
            </a:pPr>
            <a:r>
              <a:t>Formáty LibreOffice (ODT, ODS) a PDF</a:t>
            </a:r>
          </a:p>
          <a:p>
            <a:pPr>
              <a:defRPr sz="1700"/>
            </a:pPr>
            <a:r>
              <a:t>Pokročilé OCR: Analýza obrázků (PNG, JPG, SVG)</a:t>
            </a:r>
          </a:p>
          <a:p>
            <a:pPr>
              <a:defRPr sz="1700"/>
            </a:pPr>
            <a:r>
              <a:t>Zpracování skenovaných smluv a ručních poznámek</a:t>
            </a:r>
          </a:p>
          <a:p>
            <a:pPr>
              <a:defRPr sz="1700"/>
            </a:pPr>
            <a:r>
              <a:t>Inteligentní čtení dat z tabulek a nestrukturovaných souborů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446520"/>
            <a:ext cx="8229600" cy="18288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/>
            </a:pPr>
            <a:r>
              <a:t>Fictional Systems – AI Divize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/>
            </a:pPr>
            <a:r>
              <a:t>DocRobot AI Solution | Confidential | © 2026 | CZ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Srovnání: Local AI vs. Cloud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828800"/>
          <a:ext cx="8229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548640"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FFFFFF"/>
                          </a:solidFill>
                        </a:defRPr>
                      </a:pPr>
                      <a:r>
                        <a:t>Funkce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FFFFFF"/>
                          </a:solidFill>
                        </a:defRPr>
                      </a:pPr>
                      <a:r>
                        <a:t>Běžná AI (Cloud)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FFFFFF"/>
                          </a:solidFill>
                        </a:defRPr>
                      </a:pPr>
                      <a:r>
                        <a:t>DocRobot (Local)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Soukromí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Data na cizích serverech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Data zůstávají u vás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Zabezpečení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Riziko úniku smluv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Air-gapped / On-Premise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Náklady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Platba za tokeny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Fixní, žádné poplatky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GDPR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Komplikované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100% Ready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457200" y="6446520"/>
            <a:ext cx="8229600" cy="18288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/>
            </a:pPr>
            <a:r>
              <a:t>Fictional Systems – AI Divize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/>
            </a:pPr>
            <a:r>
              <a:t>DocRobot AI Solution | Confidential | © 2026 | CZ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Konec halucinací: Ověřitelné odpovědi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700"/>
            </a:pPr>
            <a:r>
              <a:t>DocRobot si nevymýšlí – každé tvrzení musí doložit</a:t>
            </a:r>
          </a:p>
          <a:p>
            <a:pPr>
              <a:defRPr sz="1700"/>
            </a:pPr>
            <a:r>
              <a:t>Přímé citace z vašich směrnic a dokumentů</a:t>
            </a:r>
          </a:p>
          <a:p>
            <a:pPr>
              <a:defRPr sz="1700" i="1">
                <a:solidFill>
                  <a:srgbClr val="3498DB"/>
                </a:solidFill>
              </a:defRPr>
            </a:pPr>
            <a:r>
              <a:t>Ukázka odpovědi: 'Podle Směrnice o bezpečnosti práce, strana 14, ...'</a:t>
            </a:r>
          </a:p>
          <a:p>
            <a:pPr>
              <a:defRPr sz="1700"/>
            </a:pPr>
            <a:r>
              <a:t>Ideální pro právní, HR a technická oddělení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446520"/>
            <a:ext cx="8229600" cy="18288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/>
            </a:pPr>
            <a:r>
              <a:t>Fictional Systems – AI Divize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/>
            </a:pPr>
            <a:r>
              <a:t>DocRobot AI Solution | Confidential | © 2026 | CZ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Technické řešení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700"/>
            </a:pPr>
            <a:r>
              <a:t>Běží lokálně na vaší infrastruktuře (On-Premise)</a:t>
            </a:r>
          </a:p>
          <a:p>
            <a:pPr>
              <a:defRPr sz="1700"/>
            </a:pPr>
            <a:r>
              <a:t>Model: DocRobot Engine (Enterprise Edition)</a:t>
            </a:r>
          </a:p>
          <a:p>
            <a:pPr>
              <a:defRPr sz="1700"/>
            </a:pPr>
            <a:r>
              <a:t>Podpora 15+ světových jazyků včetně češtiny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446520"/>
            <a:ext cx="8229600" cy="18288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/>
            </a:pPr>
            <a:r>
              <a:t>Fictional Systems – AI Divize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/>
            </a:pPr>
            <a:r>
              <a:t>DocRobot AI Solution | Confidential | © 2026 | CZ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Bezpečnost a Soukromí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700"/>
            </a:pPr>
            <a:r>
              <a:t>100% GDPR Friendly – data nikdy neopouští firmu</a:t>
            </a:r>
          </a:p>
          <a:p>
            <a:pPr>
              <a:defRPr sz="1700"/>
            </a:pPr>
            <a:r>
              <a:t>Žádné odesílání citlivých smluv do cloudu</a:t>
            </a:r>
          </a:p>
          <a:p>
            <a:pPr>
              <a:defRPr sz="1700"/>
            </a:pPr>
            <a:r>
              <a:t>Auditovatelné odpovědi s odkazy na zdroje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446520"/>
            <a:ext cx="8229600" cy="18288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/>
            </a:pPr>
            <a:r>
              <a:t>Fictional Systems – AI Divize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/>
            </a:pPr>
            <a:r>
              <a:t>DocRobot AI Solution | Confidential | © 2026 | CZ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Cenový model a Návratnost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700"/>
            </a:pPr>
            <a:r>
              <a:t>Instalace a nastavení: 40 000 – 80 000 Kč</a:t>
            </a:r>
          </a:p>
          <a:p>
            <a:pPr>
              <a:defRPr sz="1700"/>
            </a:pPr>
            <a:r>
              <a:t>Měsíční technická podpora: 4 000 – 10 000 Kč</a:t>
            </a:r>
          </a:p>
          <a:p>
            <a:pPr>
              <a:defRPr sz="1700"/>
            </a:pPr>
            <a:r>
              <a:t>ROI (Návratnost investice) obvykle do 3 měsíců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446520"/>
            <a:ext cx="8229600" cy="18288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/>
            </a:pPr>
            <a:r>
              <a:t>Fictional Systems – AI Divize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/>
            </a:pPr>
            <a:r>
              <a:t>DocRobot AI Solution | Confidential | © 2026 | CZ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Kontaktujte nás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700"/>
            </a:pPr>
            <a:r>
              <a:t>Fictional Systems s.r.o.</a:t>
            </a:r>
          </a:p>
          <a:p>
            <a:pPr>
              <a:defRPr sz="1700"/>
            </a:pPr>
            <a:r>
              <a:t>Web: https://hrivnak.github.io/fictionalsystems/</a:t>
            </a:r>
          </a:p>
          <a:p>
            <a:pPr>
              <a:defRPr sz="1700"/>
            </a:pPr>
            <a:r>
              <a:t>Email: fictionalsystems.info@gmail.com</a:t>
            </a:r>
          </a:p>
          <a:p>
            <a:pPr>
              <a:defRPr sz="1700"/>
            </a:pPr>
            <a:r>
              <a:t>Domluvte si úvodní konzultaci ještě dnes!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446520"/>
            <a:ext cx="8229600" cy="18288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emp_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4937760"/>
            <a:ext cx="1371600" cy="1371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371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/>
            </a:pPr>
            <a:r>
              <a:t>Fictional Systems – AI Divize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/>
            </a:pPr>
            <a:r>
              <a:t>DocRobot AI Solution | Confidential | © 2026 | CZ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