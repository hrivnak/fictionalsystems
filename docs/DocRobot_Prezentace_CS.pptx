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Vaše firemní inteligence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Moderní práce s dokumenty pomocí lokální AI</a:t>
            </a:r>
          </a:p>
          <a:p>
            <a:pPr>
              <a:defRPr sz="1700"/>
            </a:pPr>
            <a:r>
              <a:t>Rychlé odpovědi vytažené přímo z vašich dat</a:t>
            </a:r>
          </a:p>
          <a:p>
            <a:pPr>
              <a:defRPr sz="1700"/>
            </a:pPr>
            <a:r>
              <a:t>Plná kontrola nad informacemi bez úniku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Univerzální analýza dat (včetně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Podpora MS Office (Word, Excel, PowerPoint)</a:t>
            </a:r>
          </a:p>
          <a:p>
            <a:pPr>
              <a:defRPr sz="1700"/>
            </a:pPr>
            <a:r>
              <a:t>Formáty LibreOffice (ODT, ODS) a PDF</a:t>
            </a:r>
          </a:p>
          <a:p>
            <a:pPr>
              <a:defRPr sz="1700"/>
            </a:pPr>
            <a:r>
              <a:t>Pokročilé OCR: Analýza obrázků (PNG, JPG, SVG)</a:t>
            </a:r>
          </a:p>
          <a:p>
            <a:pPr>
              <a:defRPr sz="1700"/>
            </a:pPr>
            <a:r>
              <a:t>Zpracování skenovaných smluv a ručních poznámek</a:t>
            </a:r>
          </a:p>
          <a:p>
            <a:pPr>
              <a:defRPr sz="1700"/>
            </a:pPr>
            <a:r>
              <a:t>Inteligentní čtení dat z tabulek a nestrukturovaných souborů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Srovnání: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Funkce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Běžná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Soukromí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na cizích serverech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zůstávají u vás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Zabezpečení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Riziko úniku smluv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Náklady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Platba za tokeny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Fixní, žádné poplatky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Komplikované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Konec halucinací: Ověřitelné odpovědi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si nevymýšlí – každé tvrzení musí doložit</a:t>
            </a:r>
          </a:p>
          <a:p>
            <a:pPr>
              <a:defRPr sz="1700"/>
            </a:pPr>
            <a:r>
              <a:t>Přímé citace z vašich směrnic a dokumentů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Ukázka odpovědi: 'Podle Směrnice o bezpečnosti práce, strana 14, ...'</a:t>
            </a:r>
          </a:p>
          <a:p>
            <a:pPr>
              <a:defRPr sz="1700"/>
            </a:pPr>
            <a:r>
              <a:t>Ideální pro právní, HR a technická oddělení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Technické řešení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Běží lokálně na vaší infrastruktuře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Podpora 15+ světových jazyků včetně češtiny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Bezpečnost a Soukromí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nikdy neopouští firmu</a:t>
            </a:r>
          </a:p>
          <a:p>
            <a:pPr>
              <a:defRPr sz="1700"/>
            </a:pPr>
            <a:r>
              <a:t>Žádné odesílání citlivých smluv do cloudu</a:t>
            </a:r>
          </a:p>
          <a:p>
            <a:pPr>
              <a:defRPr sz="1700"/>
            </a:pPr>
            <a:r>
              <a:t>Auditovatelné odpovědi s odkazy na zdroje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Cenový model a Návratnost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Instalace a nastavení: 40 000 – 80 000 Kč</a:t>
            </a:r>
          </a:p>
          <a:p>
            <a:pPr>
              <a:defRPr sz="1700"/>
            </a:pPr>
            <a:r>
              <a:t>Měsíční technická podpora: 1 000 – 5 000 Kč</a:t>
            </a:r>
          </a:p>
          <a:p>
            <a:pPr>
              <a:defRPr sz="1700"/>
            </a:pPr>
            <a:r>
              <a:t>ROI (Návratnost investice) obvykle do 6 měsíců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Řešení na klíč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Dodávka včetně optimalizované pracovní stanice</a:t>
            </a:r>
          </a:p>
          <a:p>
            <a:pPr>
              <a:defRPr sz="1700"/>
            </a:pPr>
            <a:r>
              <a:t>Kompletně předinstalovaný systém (Plug &amp; Play)</a:t>
            </a:r>
          </a:p>
          <a:p>
            <a:pPr>
              <a:defRPr sz="1700"/>
            </a:pPr>
            <a:r>
              <a:t>Maximální bezpečnost: Možnost provozu zcela bez internetu</a:t>
            </a:r>
          </a:p>
          <a:p>
            <a:pPr>
              <a:defRPr sz="1700"/>
            </a:pPr>
            <a:r>
              <a:t>Garance kompatibility softwaru s dodaným hardwarem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Hardwarové specifikace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Pro jednotky tisíc stran</a:t>
            </a:r>
          </a:p>
          <a:p>
            <a:pPr>
              <a:defRPr sz="1700"/>
            </a:pPr>
            <a:r>
              <a:t>Enterprise (RTX 4040 24GB, 64GB+ RAM): Pro velké firemní archivy</a:t>
            </a:r>
          </a:p>
          <a:p>
            <a:pPr>
              <a:defRPr sz="1700"/>
            </a:pPr>
            <a:r>
              <a:t>SSD: 1TB - 4TB NVMe pro rychlé prohledávání databáze</a:t>
            </a:r>
          </a:p>
          <a:p>
            <a:pPr>
              <a:defRPr sz="1700"/>
            </a:pPr>
            <a:r>
              <a:t>OS: Ubuntu 22.04 LTS (Zabezpečená a odladěná distribuce)</a:t>
            </a:r>
          </a:p>
          <a:p>
            <a:pPr>
              <a:defRPr sz="1700"/>
            </a:pPr>
            <a:r>
              <a:t>NVIDIA CUDA: Plná optimalizace pro lokální LLM modely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Kontaktujte nás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s.r.o.</a:t>
            </a:r>
          </a:p>
          <a:p>
            <a:pPr>
              <a:defRPr sz="1700"/>
            </a:pPr>
            <a:r>
              <a:t>Web: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Domluvte si úvodní konzultaci ještě dnes!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