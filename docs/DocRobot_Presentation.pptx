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EFAEAC-EB97-4D2D-AA9C-98FCF669B9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AC275C-23BD-43E2-B851-44004CB4C6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2C26A7E-12A6-4D5E-A0A4-A97F7E9743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91AA366-A7AC-45AF-B71B-49F07DFE4C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2ADC372-C350-4D23-8088-080E9A2DE1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3AC5C1B-04E7-4A27-BB21-137CFAEFBE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9F92070-DE63-4EE7-9EAB-C512395DA1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B79F47B-8FAC-4425-BD05-C4098219B5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F353597-1077-441D-953F-9EB981EE99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4578D53-CE4A-47D1-9902-27192865CE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B0ECBB5-81A6-4EF0-8A1D-1D60D7B64E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303C53F-BB2A-4C0C-84E0-38A04EDEE2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D4ACDAB-882A-4742-8F46-C11A26B025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FA6BD68-0A38-4C37-BD93-6A18559518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1E94E8-48D7-45C7-8500-F3B4BF67AA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F93250-FC75-4891-9CB7-9E1D2E2DA7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1D01509-82AA-49AD-B4A6-C5BF460130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64FE7D9-2A74-4432-9535-E58724F133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E88973-025A-4CE0-875E-5B13419C0B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A9E008-89E8-453F-87C6-EBF1B15205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B01B7F-FEB5-4F61-BC00-F9D89A8EA6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0F89D5-08D1-4D1E-B656-BEA009BD2A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i="1" lang="en-US" sz="4400" spc="-1" strike="noStrike">
                <a:solidFill>
                  <a:srgbClr val="000000"/>
                </a:solidFill>
                <a:latin typeface="Arial"/>
              </a:rPr>
              <a:t>DocRobot</a:t>
            </a:r>
            <a:endParaRPr b="1" i="1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0" y="1828800"/>
            <a:ext cx="9143640" cy="498708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 txBox="1"/>
          <p:nvPr/>
        </p:nvSpPr>
        <p:spPr>
          <a:xfrm>
            <a:off x="457920" y="1143000"/>
            <a:ext cx="822888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i="1" lang="en-US" sz="3000" spc="-1" strike="noStrike">
                <a:solidFill>
                  <a:srgbClr val="000000"/>
                </a:solidFill>
                <a:latin typeface="Arial"/>
              </a:rPr>
              <a:t>RAG AI GPT</a:t>
            </a:r>
            <a:endParaRPr b="1" i="1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Interní AI asistent pro vaši firmu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Moderní práce s dokumenty pomocí lokální AI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Bezpečné řešení běžící přímo a pouze u vás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Rychlé vyhledávání a odpovědi z firemních dat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Jak to funguje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AI analyzuje vaše dokumenty (PDF, Word, Excell, manuály, technické listy, směrnice, certifikáty…)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Uživatel položí otázku přirozeným jazykem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Systém odpoví a zobrazí zdroj v dokumentu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Hlavní výhody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neopouští vaši firmu (GDPR friendly)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Úspora času zaměstnanců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Rychlé dohledání informací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Jednoduché webové rozhraní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Typické využití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Interní směrnice a předpisy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Smlouvy a obchodní dokumenty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Technická dokumentace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Zákaznická podpora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Manuály k SW i HW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Nabídka spolupráce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Instalace a nastavení řešení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Zaškolení zaměstnanců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Pravidelná podpora a aktualizace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Možnost pilotního provozu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Cenový model (orientační)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Jednorázová instalace: 40 000 – 80 000 Kč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Měsíční podpora: 4 000 – 10 000 Kč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Možnost individuální nabídky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Možnost zakoupení potřebného HW (PC s výkonnou grafickou kartou)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Možnost dodání na klíč (HW + SW)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Další krok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Bezplatná konzultace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Analýza vašich potřeb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Pilotní nasazení řešení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Možnost dlouhodobější spolupráce na vyladění AI.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2026-03-21T16:41:41Z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