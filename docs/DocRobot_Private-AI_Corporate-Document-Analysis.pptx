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5400"/>
            </a:pPr>
            <a:r>
              <a:t>DocRobot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/>
            </a:pPr>
            <a:r>
              <a:t>RAG AI GPT</a:t>
            </a:r>
          </a:p>
        </p:txBody>
      </p:sp>
      <p:pic>
        <p:nvPicPr>
          <p:cNvPr id="4" name="Picture 3" descr="DocRobot_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8229600" cy="448887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DocRobot: Your Corporate Intelligence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Modern document processing with local AI</a:t>
            </a:r>
          </a:p>
          <a:p>
            <a:pPr>
              <a:defRPr sz="1700"/>
            </a:pPr>
            <a:r>
              <a:t>Fast answers extracted from your company data</a:t>
            </a:r>
          </a:p>
          <a:p>
            <a:pPr>
              <a:defRPr sz="1700"/>
            </a:pPr>
            <a:r>
              <a:t>Full control over information with zero data leaks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Universal Data Analysis (Inc. OCR)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MS Office Support (Word, Excel, PowerPoint)</a:t>
            </a:r>
          </a:p>
          <a:p>
            <a:pPr>
              <a:defRPr sz="1700"/>
            </a:pPr>
            <a:r>
              <a:t>LibreOffice formats (ODT, ODS) and PDF</a:t>
            </a:r>
          </a:p>
          <a:p>
            <a:pPr>
              <a:defRPr sz="1700"/>
            </a:pPr>
            <a:r>
              <a:t>Advanced OCR: Image analysis (PNG, JPG, SVG)</a:t>
            </a:r>
          </a:p>
          <a:p>
            <a:pPr>
              <a:defRPr sz="1700"/>
            </a:pPr>
            <a:r>
              <a:t>Processing of scanned contracts and handwritten notes</a:t>
            </a:r>
          </a:p>
          <a:p>
            <a:pPr>
              <a:defRPr sz="1700"/>
            </a:pPr>
            <a:r>
              <a:t>Intelligent data extraction from tables and unstructured files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Comparison: Local AI vs. Cloud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82880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548640"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t>Feature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t>Public AI (Cloud)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t>DocRobot (Local)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Privacy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Data on 3rd party servers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Data stays with you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Security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Risk of contract leaks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Air-gapped / On-Premise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Costs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Pay per token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Fixed, no usage fees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GDPR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Complicated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100% Ready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No Hallucinations: Verifiable Answers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DocRobot doesn't invent – every claim must be cited</a:t>
            </a:r>
          </a:p>
          <a:p>
            <a:pPr>
              <a:defRPr sz="1700"/>
            </a:pPr>
            <a:r>
              <a:t>Direct citations from your actual manuals and files</a:t>
            </a:r>
          </a:p>
          <a:p>
            <a:pPr>
              <a:defRPr sz="1700" i="1">
                <a:solidFill>
                  <a:srgbClr val="3498DB"/>
                </a:solidFill>
              </a:defRPr>
            </a:pPr>
            <a:r>
              <a:t>Example: 'According to Safety Policy, page 14, ...'</a:t>
            </a:r>
          </a:p>
          <a:p>
            <a:pPr>
              <a:defRPr sz="1700"/>
            </a:pPr>
            <a:r>
              <a:t>Crucial for legal, HR, and technical compliance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Technical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Runs locally on your infrastructure (On-Premise)</a:t>
            </a:r>
          </a:p>
          <a:p>
            <a:pPr>
              <a:defRPr sz="1700"/>
            </a:pPr>
            <a:r>
              <a:t>Model: DocRobot Engine (Enterprise Edition)</a:t>
            </a:r>
          </a:p>
          <a:p>
            <a:pPr>
              <a:defRPr sz="1700"/>
            </a:pPr>
            <a:r>
              <a:t>Supports 15+ languages (Ask in EN about CZ files)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EN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Security and Privacy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100% GDPR Friendly – data stays behind your firewall</a:t>
            </a:r>
          </a:p>
          <a:p>
            <a:pPr>
              <a:defRPr sz="1700"/>
            </a:pPr>
            <a:r>
              <a:t>No sensitive contracts sent to public clouds</a:t>
            </a:r>
          </a:p>
          <a:p>
            <a:pPr>
              <a:defRPr sz="1700"/>
            </a:pPr>
            <a:r>
              <a:t>Verifiable answers with direct source citations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EN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Turnkey Solution (HW + SW)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Full delivery including optimized AI workstation</a:t>
            </a:r>
          </a:p>
          <a:p>
            <a:pPr>
              <a:defRPr sz="1700"/>
            </a:pPr>
            <a:r>
              <a:t>Fully pre-installed and configured system (Plug &amp; Play)</a:t>
            </a:r>
          </a:p>
          <a:p>
            <a:pPr>
              <a:defRPr sz="1700"/>
            </a:pPr>
            <a:r>
              <a:t>Maximum Security: Offline operation (Air-Gapped) supported</a:t>
            </a:r>
          </a:p>
          <a:p>
            <a:pPr>
              <a:defRPr sz="1700"/>
            </a:pPr>
            <a:r>
              <a:t>Guaranteed software compatibility with supplied hardware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Hardware Specifications (HW Roadmap)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Standard (RTX 3060 12GB, 32GB RAM): For thousands of pages</a:t>
            </a:r>
          </a:p>
          <a:p>
            <a:pPr>
              <a:defRPr sz="1700"/>
            </a:pPr>
            <a:r>
              <a:t>Enterprise (RTX 4090 24GB, 64GB+ RAM): For large corporate archives</a:t>
            </a:r>
          </a:p>
          <a:p>
            <a:pPr>
              <a:defRPr sz="1700"/>
            </a:pPr>
            <a:r>
              <a:t>SSD: 1TB - 4TB NVMe for quick database retrieval</a:t>
            </a:r>
          </a:p>
          <a:p>
            <a:pPr>
              <a:defRPr sz="1700"/>
            </a:pPr>
            <a:r>
              <a:t>OS: Ubuntu 22.04 LTS (Hardened &amp; Optimized distribution)</a:t>
            </a:r>
          </a:p>
          <a:p>
            <a:pPr>
              <a:defRPr sz="1700"/>
            </a:pPr>
            <a:r>
              <a:t>NVIDIA CUDA: Full optimization for local LLM engines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EN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Pricing and Operational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One-time setup: 2,800 – 6,400 EUR (HW included)</a:t>
            </a:r>
          </a:p>
          <a:p>
            <a:pPr>
              <a:defRPr sz="1700"/>
            </a:pPr>
            <a:r>
              <a:t>Monthly maintenance: 0 EUR (Self-hosted mode)</a:t>
            </a:r>
          </a:p>
          <a:p>
            <a:pPr>
              <a:defRPr sz="1700"/>
            </a:pPr>
            <a:r>
              <a:t>Software Updates &amp; Expert Support: Optional (On-demand)</a:t>
            </a:r>
          </a:p>
          <a:p>
            <a:pPr>
              <a:defRPr sz="1700"/>
            </a:pPr>
            <a:r>
              <a:t>ROI (Return on Investment): Within 6 months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EN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Get in Touch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Fictional Systems Ltd.</a:t>
            </a:r>
          </a:p>
          <a:p>
            <a:pPr>
              <a:defRPr sz="1700"/>
            </a:pPr>
            <a:r>
              <a:t>Website: https://hrivnak.github.io/fictionalsystems/</a:t>
            </a:r>
          </a:p>
          <a:p>
            <a:pPr>
              <a:defRPr sz="1700"/>
            </a:pPr>
            <a:r>
              <a:t>Email: fictionalsystems.info@gmail.com</a:t>
            </a:r>
          </a:p>
          <a:p>
            <a:pPr>
              <a:defRPr sz="1700"/>
            </a:pPr>
            <a:r>
              <a:t>Book your initial consultation today!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mp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4937760"/>
            <a:ext cx="1371600" cy="1371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